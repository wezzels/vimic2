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EDF2F4"/>
                </a:solidFill>
              </a:defRPr>
            </a:pPr>
            <a:r>
              <a:t>Vimic2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D99AE"/>
                </a:solidFill>
              </a:defRPr>
            </a:pPr>
            <a:r>
              <a:t>CI/CD Orchestration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98DB"/>
                </a:solidFill>
              </a:defRPr>
            </a:pPr>
            <a:r>
              <a:t>Ephemeral VM-Based Build Environments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4-Layer Architecture: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User Interface: Fyne Desktop, REST API, WebSocket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Core Managers: ClusterManager, MonitorManager, AutoScaler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Infrastructure: Hypervisors (QEMU/KVM), Networks (OVS), VM Pools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Data Layer: SQLite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Real-time System Overview: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Pipelines: 0 active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Runners: 5 connected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VM Pools: 3 configured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Networks: 3 isolated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Artifacts: 5 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Pipeline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Create, Monitor, Manage: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Multi-platform CI/CD support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Real-time status tracking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Stage progress visualization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Live log streaming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Artifact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Runner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Multi-Platform Runners: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✓ GitLab Runner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✓ GitHub Actions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✓ Jenkins Agent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✓ CircleCI Runner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✓ Drone Runner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VM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Pre-Allocated VM Pools: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~0.5s VM creation time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Copy-on-write overlays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~100MB per VM disk usage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Auto-scaling pools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Template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Network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Per-Pipeline Networks: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Open vSwitch bridges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VLAN allocation (1000-2000)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CIDR: 10.100.0.0/16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Firewall rules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Complete isolation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Artifact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Checksum-Verified Storage:</a:t>
            </a:r>
          </a:p>
          <a:p>
            <a:pPr>
              <a:defRPr sz="2200">
                <a:solidFill>
                  <a:srgbClr val="2C3E50"/>
                </a:solidFill>
              </a:defRPr>
            </a:pP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SHA256 verification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TTL expiration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Download tracking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Size management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Retention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Speed Comparison: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Traditional VM: ~120 seconds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Vimic2: ~3 seconds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Improvement: 40x faster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VM Creation: 0.5s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Network Setup: 0.3s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Runner Start: 2.0s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Core Technologies: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Language: Go 1.23+ (23MB binary)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UI: Fyne Desktop (cross-platform)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Database: SQLite3 (embedded)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Virtualization: QEMU/KVM + Libvirt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Networking: Open vSwitch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• CI/CD: Multi-platform runners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REST API: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POST /api/pipelines - Create pipeline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POST /api/pipelines/{id}/start - Start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GET /api/pipelines/{id} - Status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GET /api/runners - List runners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GET /api/stats - Statistics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WS /ws - WebSocket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Platform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CI/CD Platforms: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GitLab Runner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GitHub Actions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Jenkins Agent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CircleCI Runner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Drone Runner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Build Platforms: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Linux (amd64/arm64)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macOS (amd64/arm64)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✓ Windows (amd64)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Future Phases: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8: Docker Container Support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9: Kubernetes Integration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10: Auto-Scaling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11: Webhook Notifications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12: Metrics &amp; Observability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Phase 13: Distributed Storage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DF2F4"/>
                </a:solidFill>
              </a:defRPr>
            </a:pPr>
            <a:r>
              <a:t>Summary:</a:t>
            </a:r>
          </a:p>
          <a:p>
            <a:pPr>
              <a:defRPr sz="2200">
                <a:solidFill>
                  <a:srgbClr val="EDF2F4"/>
                </a:solidFill>
              </a:defRPr>
            </a:pP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🚀 40x Faster - VM creation in ~0.5s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🔒 Isolated - Per-pipeline VLAN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🔧 Multi-Platform - GitLab, GitHub, Jenkins+</a:t>
            </a:r>
          </a:p>
          <a:p>
            <a:pPr>
              <a:defRPr sz="2200">
                <a:solidFill>
                  <a:srgbClr val="EDF2F4"/>
                </a:solidFill>
              </a:defRPr>
            </a:pPr>
            <a:r>
              <a:t>💾 Efficient - 100MB per VM overlay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EDF2F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D99AE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98DB"/>
                </a:solidFill>
              </a:defRPr>
            </a:pPr>
            <a:r>
              <a:t>github.com/stsgym/vimic2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un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p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net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rtif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